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9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C43A-03F9-4989-B749-87F2446E4D0B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2E6DD47-EB00-49EE-AF7F-6F4127134B3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C43A-03F9-4989-B749-87F2446E4D0B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DD47-EB00-49EE-AF7F-6F4127134B3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C43A-03F9-4989-B749-87F2446E4D0B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E6DD47-EB00-49EE-AF7F-6F4127134B3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C43A-03F9-4989-B749-87F2446E4D0B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DD47-EB00-49EE-AF7F-6F4127134B3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C43A-03F9-4989-B749-87F2446E4D0B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DD47-EB00-49EE-AF7F-6F4127134B3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C43A-03F9-4989-B749-87F2446E4D0B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DD47-EB00-49EE-AF7F-6F4127134B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C43A-03F9-4989-B749-87F2446E4D0B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DD47-EB00-49EE-AF7F-6F4127134B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C43A-03F9-4989-B749-87F2446E4D0B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DD47-EB00-49EE-AF7F-6F4127134B3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C43A-03F9-4989-B749-87F2446E4D0B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E6DD47-EB00-49EE-AF7F-6F4127134B3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C43A-03F9-4989-B749-87F2446E4D0B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DD47-EB00-49EE-AF7F-6F4127134B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C43A-03F9-4989-B749-87F2446E4D0B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DD47-EB00-49EE-AF7F-6F4127134B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B7BC43A-03F9-4989-B749-87F2446E4D0B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E6DD47-EB00-49EE-AF7F-6F4127134B3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Pokémon Information</a:t>
            </a:r>
            <a:endParaRPr lang="en-US" dirty="0"/>
          </a:p>
        </p:txBody>
      </p:sp>
      <p:pic>
        <p:nvPicPr>
          <p:cNvPr id="8" name="Content Placeholder 7" descr="hinh-anh-dep-pokemon-2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056939" y="1447800"/>
            <a:ext cx="7487322" cy="4572000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28662" y="2286000"/>
            <a:ext cx="7772400" cy="4572000"/>
          </a:xfrm>
        </p:spPr>
        <p:txBody>
          <a:bodyPr/>
          <a:lstStyle/>
          <a:p>
            <a:r>
              <a:rPr lang="en-US" dirty="0" err="1" smtClean="0"/>
              <a:t>Họ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: </a:t>
            </a:r>
            <a:r>
              <a:rPr lang="en-US" dirty="0" err="1" smtClean="0"/>
              <a:t>Lê</a:t>
            </a:r>
            <a:r>
              <a:rPr lang="en-US" dirty="0" smtClean="0"/>
              <a:t> </a:t>
            </a:r>
            <a:r>
              <a:rPr lang="en-US" dirty="0" err="1" smtClean="0"/>
              <a:t>Đào</a:t>
            </a:r>
            <a:r>
              <a:rPr lang="en-US" dirty="0" smtClean="0"/>
              <a:t> </a:t>
            </a:r>
            <a:r>
              <a:rPr lang="en-US" dirty="0" err="1" smtClean="0"/>
              <a:t>Khôi</a:t>
            </a:r>
            <a:r>
              <a:rPr lang="en-US" dirty="0" smtClean="0"/>
              <a:t> Minh</a:t>
            </a:r>
          </a:p>
          <a:p>
            <a:r>
              <a:rPr lang="en-US" dirty="0" err="1" smtClean="0"/>
              <a:t>Đang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: </a:t>
            </a:r>
            <a:r>
              <a:rPr lang="en-US" dirty="0" err="1" smtClean="0"/>
              <a:t>lớp</a:t>
            </a:r>
            <a:r>
              <a:rPr lang="en-US" dirty="0" smtClean="0"/>
              <a:t> Web basic</a:t>
            </a:r>
          </a:p>
          <a:p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: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endParaRPr lang="en-US" dirty="0" smtClean="0"/>
          </a:p>
          <a:p>
            <a:r>
              <a:rPr lang="en-US" dirty="0" err="1" smtClean="0"/>
              <a:t>Nội</a:t>
            </a:r>
            <a:r>
              <a:rPr lang="en-US" dirty="0" smtClean="0"/>
              <a:t> dung web: Pokémon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đích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4348" y="2286000"/>
            <a:ext cx="7772400" cy="4572000"/>
          </a:xfrm>
        </p:spPr>
        <p:txBody>
          <a:bodyPr/>
          <a:lstStyle/>
          <a:p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chơi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chơi</a:t>
            </a:r>
            <a:r>
              <a:rPr lang="en-US" dirty="0" smtClean="0"/>
              <a:t> Pokémon</a:t>
            </a:r>
            <a:endParaRPr lang="en-US" dirty="0" smtClean="0"/>
          </a:p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endParaRPr lang="en-US" dirty="0" smtClean="0"/>
          </a:p>
          <a:p>
            <a:r>
              <a:rPr lang="en-US" dirty="0" err="1" smtClean="0"/>
              <a:t>Cập</a:t>
            </a:r>
            <a:r>
              <a:rPr lang="en-US" dirty="0" smtClean="0"/>
              <a:t> </a:t>
            </a:r>
            <a:r>
              <a:rPr lang="en-US" dirty="0" err="1" smtClean="0"/>
              <a:t>nhật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tục</a:t>
            </a:r>
            <a:r>
              <a:rPr lang="en-US" dirty="0" smtClean="0"/>
              <a:t> </a:t>
            </a:r>
          </a:p>
        </p:txBody>
      </p:sp>
      <p:pic>
        <p:nvPicPr>
          <p:cNvPr id="4" name="Content Placeholder 3" descr="tải xuố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4143380"/>
            <a:ext cx="2667000" cy="17145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3857628"/>
            <a:ext cx="5730875" cy="212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2968</TotalTime>
  <Words>45</Words>
  <Application>Microsoft Office PowerPoint</Application>
  <PresentationFormat>On-screen Show (4:3)</PresentationFormat>
  <Paragraphs>10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Equity</vt:lpstr>
      <vt:lpstr>Pokémon Information</vt:lpstr>
      <vt:lpstr>Giới Thiệu</vt:lpstr>
      <vt:lpstr>Mục đích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42</cp:revision>
  <dcterms:created xsi:type="dcterms:W3CDTF">2020-06-01T12:30:26Z</dcterms:created>
  <dcterms:modified xsi:type="dcterms:W3CDTF">2020-06-03T13:58:31Z</dcterms:modified>
</cp:coreProperties>
</file>